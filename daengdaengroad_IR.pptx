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124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댕댕로드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Daengdaeng Road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D3D1C7"/>
                </a:solidFill>
              </a:rPr>
              <a:t>강아지랑 드라이브,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D3D1C7"/>
                </a:solidFill>
              </a:rPr>
              <a:t>이제 헛걸음 없이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0" y="13716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412402"/>
                </a:solidFill>
              </a:rPr>
              <a:t>반려견 동반 드라이브</a:t>
            </a:r>
            <a:endParaRPr lang="en-US" sz="1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412402"/>
                </a:solidFill>
              </a:rPr>
              <a:t>AI 에이전트 플랫폼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0" y="2651760"/>
            <a:ext cx="1828800" cy="457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33806"/>
                </a:solidFill>
              </a:rPr>
              <a:t>2026년 대구 남구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33806"/>
                </a:solidFill>
              </a:rPr>
              <a:t>청년창업루키랩 지원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2402"/>
                </a:solidFill>
              </a:rPr>
              <a:t>반려견 오너 600만 가구의 공통 고통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651760" cy="32004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2651760" cy="5029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12402"/>
                </a:solidFill>
              </a:rPr>
              <a:t>가서 쫓겨나는 경험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88780"/>
                </a:solidFill>
              </a:rPr>
              <a:t>"펫 동반 가능" 표시 믿고 갔다가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88780"/>
                </a:solidFill>
              </a:rPr>
              <a:t>입장 거부 — 분노와 창피함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51760" cy="32004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280160"/>
            <a:ext cx="2651760" cy="5029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12402"/>
                </a:solidFill>
              </a:rPr>
              <a:t>정보 파편화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242316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88780"/>
                </a:solidFill>
              </a:rPr>
              <a:t>블로그·카페·인스타 뒤져도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88780"/>
                </a:solidFill>
              </a:rPr>
              <a:t>실제 조건은 알 수 없음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51760" cy="32004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280160"/>
            <a:ext cx="2651760" cy="5029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6364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12402"/>
                </a:solidFill>
              </a:rPr>
              <a:t>코스 기획 불가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242316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88780"/>
                </a:solidFill>
              </a:rPr>
              <a:t>카페·식당·공원·숙소를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88780"/>
                </a:solidFill>
              </a:rPr>
              <a:t>한번에 동반 가능 코스로 묶을 수 없음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A7517"/>
                </a:solidFill>
              </a:rPr>
              <a:t>국내 반려동물 양육 인구 1,500만 명  ·  펫 시장 규모 4조원 돌파 (2025)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3D1C7"/>
                </a:solidFill>
              </a:rPr>
              <a:t>댕댕로드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124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F27"/>
                </a:solidFill>
              </a:rPr>
              <a:t>솔루션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출발지·견종·분위기만 입력</a:t>
            </a:r>
            <a:endParaRPr lang="en-US" sz="2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나머지는 AI 에이전트가 알아서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2103120"/>
            <a:ext cx="1920240" cy="2377440"/>
          </a:xfrm>
          <a:prstGeom prst="rect">
            <a:avLst/>
          </a:prstGeom>
          <a:solidFill>
            <a:srgbClr val="633806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103120"/>
            <a:ext cx="1920240" cy="5486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9F27"/>
                </a:solidFill>
              </a:rPr>
              <a:t>입력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3D1C7"/>
                </a:solidFill>
              </a:rPr>
              <a:t>출발지 · 견종 · 크기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3D1C7"/>
                </a:solidFill>
              </a:rPr>
              <a:t>드라이브 분위기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3108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A7517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14600" y="2103120"/>
            <a:ext cx="1920240" cy="2377440"/>
          </a:xfrm>
          <a:prstGeom prst="rect">
            <a:avLst/>
          </a:prstGeom>
          <a:solidFill>
            <a:srgbClr val="633806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2103120"/>
            <a:ext cx="1920240" cy="5486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06040" y="2788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9F27"/>
                </a:solidFill>
              </a:rPr>
              <a:t>코스 설계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06040" y="32461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3D1C7"/>
                </a:solidFill>
              </a:rPr>
              <a:t>동반 가능 카페·식당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3D1C7"/>
                </a:solidFill>
              </a:rPr>
              <a:t>공원·숙소 자동 조합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34840" y="3108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A7517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2103120"/>
            <a:ext cx="1920240" cy="2377440"/>
          </a:xfrm>
          <a:prstGeom prst="rect">
            <a:avLst/>
          </a:prstGeom>
          <a:solidFill>
            <a:srgbClr val="633806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103120"/>
            <a:ext cx="1920240" cy="5486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54880" y="2788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9F27"/>
                </a:solidFill>
              </a:rPr>
              <a:t>사전 확인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32461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3D1C7"/>
                </a:solidFill>
              </a:rPr>
              <a:t>AI가 업체에 직접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3D1C7"/>
                </a:solidFill>
              </a:rPr>
              <a:t>문자·전화 확인 대행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3108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A7517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12280" y="2103120"/>
            <a:ext cx="1920240" cy="2377440"/>
          </a:xfrm>
          <a:prstGeom prst="rect">
            <a:avLst/>
          </a:prstGeom>
          <a:solidFill>
            <a:srgbClr val="633806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12280" y="2103120"/>
            <a:ext cx="1920240" cy="5486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03720" y="2788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9F27"/>
                </a:solidFill>
              </a:rPr>
              <a:t>실시간 대응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32461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3D1C7"/>
                </a:solidFill>
              </a:rPr>
              <a:t>거절 시 즉시 대체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3D1C7"/>
                </a:solidFill>
              </a:rPr>
              <a:t>긴급 동물병원 안내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F9F27"/>
                </a:solidFill>
              </a:rPr>
              <a:t>핵심 차별점 — 「헛걸음 ZERO 보장」 : 출발 전 모든 장소 동반 입장 사전 확인 완료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3D1C7"/>
                </a:solidFill>
              </a:rPr>
              <a:t>댕댕로드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2402"/>
                </a:solidFill>
              </a:rPr>
              <a:t>시장 규모 — 충분히 크고, 빠르게 성장 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920240" cy="2011680"/>
          </a:xfrm>
          <a:prstGeom prst="rect">
            <a:avLst/>
          </a:prstGeom>
          <a:solidFill>
            <a:srgbClr val="FAEEDA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417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A7517"/>
                </a:solidFill>
              </a:rPr>
              <a:t>1,500만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2240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33806"/>
                </a:solidFill>
              </a:rPr>
              <a:t>국내 반려동물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33806"/>
                </a:solidFill>
              </a:rPr>
              <a:t>양육 인구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234440"/>
            <a:ext cx="1920240" cy="2011680"/>
          </a:xfrm>
          <a:prstGeom prst="rect">
            <a:avLst/>
          </a:prstGeom>
          <a:solidFill>
            <a:srgbClr val="FAEEDA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417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A7517"/>
                </a:solidFill>
              </a:rPr>
              <a:t>600만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68880" y="2240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33806"/>
                </a:solidFill>
              </a:rPr>
              <a:t>반려견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33806"/>
                </a:solidFill>
              </a:rPr>
              <a:t>양육 가구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1920240" cy="2011680"/>
          </a:xfrm>
          <a:prstGeom prst="rect">
            <a:avLst/>
          </a:prstGeom>
          <a:solidFill>
            <a:srgbClr val="FAEEDA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417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A7517"/>
                </a:solidFill>
              </a:rPr>
              <a:t>4조원+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17720" y="2240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33806"/>
                </a:solidFill>
              </a:rPr>
              <a:t>펫 시장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33806"/>
                </a:solidFill>
              </a:rPr>
              <a:t>연간 규모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234440"/>
            <a:ext cx="1920240" cy="2011680"/>
          </a:xfrm>
          <a:prstGeom prst="rect">
            <a:avLst/>
          </a:prstGeom>
          <a:solidFill>
            <a:srgbClr val="FAEEDA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417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A7517"/>
                </a:solidFill>
              </a:rPr>
              <a:t>연 12%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66560" y="2240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33806"/>
                </a:solidFill>
              </a:rPr>
              <a:t>펫 관련 지출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33806"/>
                </a:solidFill>
              </a:rPr>
              <a:t>연평균 성장률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474720"/>
            <a:ext cx="8503920" cy="100584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12402"/>
                </a:solidFill>
              </a:rPr>
              <a:t>타깃 시장 (SAM)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780"/>
                </a:solidFill>
              </a:rPr>
              <a:t>반려견과 드라이브 여행을 월 1회 이상 하는 가구 → 약 180만 가구 추정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0" y="3657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A7517"/>
                </a:solidFill>
              </a:rPr>
              <a:t>월 9,900원 × 3만 명 = MRR 2.97억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3D1C7"/>
                </a:solidFill>
              </a:rPr>
              <a:t>댕댕로드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2402"/>
                </a:solidFill>
              </a:rPr>
              <a:t>비즈니스 모델 — 3트랙 수익 구조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51760" cy="347472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2651760" cy="4572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TRACK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82880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12402"/>
                </a:solidFill>
              </a:rPr>
              <a:t>구독 (B2C)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" y="224028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7517"/>
                </a:solidFill>
              </a:rPr>
              <a:t>월 9,900원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" y="2651760"/>
            <a:ext cx="2432304" cy="18288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743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</a:rPr>
              <a:t>무제한 코스 생성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" y="3154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</a:rPr>
              <a:t>헛걸음 ZERO 보장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" y="35661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</a:rPr>
              <a:t>여행 일지 자동 생성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" y="3977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</a:rPr>
              <a:t>긴급 동물병원 안내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234440"/>
            <a:ext cx="2651760" cy="347472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1234440"/>
            <a:ext cx="2651760" cy="4572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TRACK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55848" y="182880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12402"/>
                </a:solidFill>
              </a:rPr>
              <a:t>업체 입점 (B2B)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55848" y="224028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7517"/>
                </a:solidFill>
              </a:rPr>
              <a:t>월 5~30만원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55848" y="2651760"/>
            <a:ext cx="2432304" cy="18288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74136" y="2743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</a:rPr>
              <a:t>펫프렌들리 카페·숙소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74136" y="3154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</a:rPr>
              <a:t>우선 노출·배지 부여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74136" y="35661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</a:rPr>
              <a:t>예약 연결 수수료 3~5%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74136" y="3977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</a:rPr>
              <a:t>실방문 인증 데이터 제공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1234440"/>
            <a:ext cx="2651760" cy="347472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1234440"/>
            <a:ext cx="2651760" cy="4572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TRACK 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36208" y="182880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12402"/>
                </a:solidFill>
              </a:rPr>
              <a:t>지자체 연계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36208" y="224028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7517"/>
                </a:solidFill>
              </a:rPr>
              <a:t>프로젝트 단위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36208" y="2651760"/>
            <a:ext cx="2432304" cy="18288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54496" y="2743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</a:rPr>
              <a:t>대구·경북 관광 코스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54496" y="3154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</a:rPr>
              <a:t>공식 펫프렌들리 인증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54496" y="35661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</a:rPr>
              <a:t>지역 축제·이벤트 연동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54496" y="3977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</a:rPr>
              <a:t>관광청 데이터 협력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3D1C7"/>
                </a:solidFill>
              </a:rPr>
              <a:t>댕댕로드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124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F27"/>
                </a:solidFill>
              </a:rPr>
              <a:t>기술 구조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비개발자도 구현 가능한 노코드 AI 에이전트 스택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371600" cy="5029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17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사용자 앱 (UI)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0" y="1463040"/>
            <a:ext cx="6949440" cy="411480"/>
          </a:xfrm>
          <a:prstGeom prst="rect">
            <a:avLst/>
          </a:prstGeom>
          <a:solidFill>
            <a:srgbClr val="633806"/>
          </a:solidFill>
          <a:ln w="3810">
            <a:solidFill>
              <a:srgbClr val="BA75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4630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EEDA"/>
                </a:solidFill>
              </a:rPr>
              <a:t>Bubble  /  모바일 웹앱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75688"/>
            <a:ext cx="1371600" cy="5029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756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에이전트 자동화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2121408"/>
            <a:ext cx="6949440" cy="411480"/>
          </a:xfrm>
          <a:prstGeom prst="rect">
            <a:avLst/>
          </a:prstGeom>
          <a:solidFill>
            <a:srgbClr val="633806"/>
          </a:solidFill>
          <a:ln w="3810">
            <a:solidFill>
              <a:srgbClr val="BA75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212140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EEDA"/>
                </a:solidFill>
              </a:rPr>
              <a:t>n8n  /  Make  →  워크플로우 오케스트레이션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34056"/>
            <a:ext cx="1371600" cy="50292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3405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두뇌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0" y="2779776"/>
            <a:ext cx="6949440" cy="411480"/>
          </a:xfrm>
          <a:prstGeom prst="rect">
            <a:avLst/>
          </a:prstGeom>
          <a:solidFill>
            <a:srgbClr val="633806"/>
          </a:solidFill>
          <a:ln w="3810">
            <a:solidFill>
              <a:srgbClr val="BA75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2779776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EEDA"/>
                </a:solidFill>
              </a:rPr>
              <a:t>Claude API  →  코스 생성·확인 대행·콘텐츠 생성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92424"/>
            <a:ext cx="1371600" cy="502920"/>
          </a:xfrm>
          <a:prstGeom prst="rect">
            <a:avLst/>
          </a:prstGeom>
          <a:solidFill>
            <a:srgbClr val="633806"/>
          </a:solidFill>
          <a:ln w="12700">
            <a:solidFill>
              <a:srgbClr val="6338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39242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외부 데이터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0" y="3438144"/>
            <a:ext cx="6949440" cy="411480"/>
          </a:xfrm>
          <a:prstGeom prst="rect">
            <a:avLst/>
          </a:prstGeom>
          <a:solidFill>
            <a:srgbClr val="633806"/>
          </a:solidFill>
          <a:ln w="3810">
            <a:solidFill>
              <a:srgbClr val="BA75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3438144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EEDA"/>
                </a:solidFill>
              </a:rPr>
              <a:t>카카오맵 API  /  날씨 API  /  Google Maps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050792"/>
            <a:ext cx="1371600" cy="502920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0507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결제·DB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0" y="4096512"/>
            <a:ext cx="6949440" cy="411480"/>
          </a:xfrm>
          <a:prstGeom prst="rect">
            <a:avLst/>
          </a:prstGeom>
          <a:solidFill>
            <a:srgbClr val="633806"/>
          </a:solidFill>
          <a:ln w="3810">
            <a:solidFill>
              <a:srgbClr val="BA75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20240" y="409651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EEDA"/>
                </a:solidFill>
              </a:rPr>
              <a:t>Stripe  /  Airtable  /  Supabase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F9F27"/>
                </a:solidFill>
              </a:rPr>
              <a:t>MVP 제작 기간 : 2주  ·  초기 비용 : API 사용료 월 10만원 미만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3D1C7"/>
                </a:solidFill>
              </a:rPr>
              <a:t>댕댕로드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12402"/>
                </a:solidFill>
              </a:rPr>
              <a:t>경쟁 우위 — 아무도 해결 못한 것을 해결한다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468880" cy="457200"/>
          </a:xfrm>
          <a:prstGeom prst="rect">
            <a:avLst/>
          </a:prstGeom>
          <a:solidFill>
            <a:srgbClr val="633806"/>
          </a:solidFill>
          <a:ln w="12700">
            <a:solidFill>
              <a:srgbClr val="6338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88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기능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71800" y="1188720"/>
            <a:ext cx="1828800" cy="457200"/>
          </a:xfrm>
          <a:prstGeom prst="rect">
            <a:avLst/>
          </a:prstGeom>
          <a:solidFill>
            <a:srgbClr val="633806"/>
          </a:solidFill>
          <a:ln w="12700">
            <a:solidFill>
              <a:srgbClr val="6338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7180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네이버·카카오맵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83480" y="1188720"/>
            <a:ext cx="1828800" cy="457200"/>
          </a:xfrm>
          <a:prstGeom prst="rect">
            <a:avLst/>
          </a:prstGeom>
          <a:solidFill>
            <a:srgbClr val="633806"/>
          </a:solidFill>
          <a:ln w="12700">
            <a:solidFill>
              <a:srgbClr val="6338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기존 펫 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95160" y="1188720"/>
            <a:ext cx="2286000" cy="4572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516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댕댕로드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691640"/>
            <a:ext cx="2468880" cy="502920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169164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</a:rPr>
              <a:t>펫 동반 여부 확인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71800" y="1691640"/>
            <a:ext cx="1828800" cy="502920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44952" y="169164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</a:rPr>
              <a:t>일부 표시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83480" y="1691640"/>
            <a:ext cx="1828800" cy="502920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56632" y="169164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</a:rPr>
              <a:t>일부 표시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95160" y="1691640"/>
            <a:ext cx="2286000" cy="502920"/>
          </a:xfrm>
          <a:prstGeom prst="rect">
            <a:avLst/>
          </a:prstGeom>
          <a:solidFill>
            <a:srgbClr val="FFF8EC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68312" y="169164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3806"/>
                </a:solidFill>
              </a:rPr>
              <a:t>✓ 사전 확인 대행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240280"/>
            <a:ext cx="24688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224028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</a:rPr>
              <a:t>드라이브 코스 생성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71800" y="2240280"/>
            <a:ext cx="18288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44952" y="224028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</a:rPr>
              <a:t>길찾기만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83480" y="2240280"/>
            <a:ext cx="18288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224028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</a:rPr>
              <a:t>없음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95160" y="2240280"/>
            <a:ext cx="2286000" cy="502920"/>
          </a:xfrm>
          <a:prstGeom prst="rect">
            <a:avLst/>
          </a:prstGeom>
          <a:solidFill>
            <a:srgbClr val="FFF8EC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68312" y="22402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3806"/>
                </a:solidFill>
              </a:rPr>
              <a:t>✓ AI 자동 설계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2788920"/>
            <a:ext cx="2468880" cy="502920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278892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</a:rPr>
              <a:t>실시간 대체 장소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971800" y="2788920"/>
            <a:ext cx="1828800" cy="502920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44952" y="278892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</a:rPr>
              <a:t>없음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83480" y="2788920"/>
            <a:ext cx="1828800" cy="502920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56632" y="278892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</a:rPr>
              <a:t>없음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95160" y="2788920"/>
            <a:ext cx="2286000" cy="502920"/>
          </a:xfrm>
          <a:prstGeom prst="rect">
            <a:avLst/>
          </a:prstGeom>
          <a:solidFill>
            <a:srgbClr val="FFF8EC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68312" y="278892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3806"/>
                </a:solidFill>
              </a:rPr>
              <a:t>✓ 즉시 제공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3337560"/>
            <a:ext cx="24688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" y="333756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</a:rPr>
              <a:t>여행 콘텐츠 자동 생성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971800" y="3337560"/>
            <a:ext cx="18288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44952" y="333756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</a:rPr>
              <a:t>없음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83480" y="3337560"/>
            <a:ext cx="18288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56632" y="333756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</a:rPr>
              <a:t>없음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995160" y="3337560"/>
            <a:ext cx="2286000" cy="502920"/>
          </a:xfrm>
          <a:prstGeom prst="rect">
            <a:avLst/>
          </a:prstGeom>
          <a:solidFill>
            <a:srgbClr val="FFF8EC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68312" y="333756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3806"/>
                </a:solidFill>
              </a:rPr>
              <a:t>✓ 릴스·일지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" y="3886200"/>
            <a:ext cx="2468880" cy="502920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3192" y="388620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</a:rPr>
              <a:t>AI 에이전트 자율 실행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971800" y="3886200"/>
            <a:ext cx="1828800" cy="502920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44952" y="388620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</a:rPr>
              <a:t>없음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983480" y="3886200"/>
            <a:ext cx="1828800" cy="502920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56632" y="388620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</a:rPr>
              <a:t>없음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995160" y="3886200"/>
            <a:ext cx="2286000" cy="502920"/>
          </a:xfrm>
          <a:prstGeom prst="rect">
            <a:avLst/>
          </a:prstGeom>
          <a:solidFill>
            <a:srgbClr val="FFF8EC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68312" y="388620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3806"/>
                </a:solidFill>
              </a:rPr>
              <a:t>✓ 풀 에이전트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3D1C7"/>
                </a:solidFill>
              </a:rPr>
              <a:t>댕댕로드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124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F27"/>
                </a:solidFill>
              </a:rPr>
              <a:t>사용자 시나리오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주말 아침, 말티즈 초코와 드라이브를 떠나고 싶은 박지수(32세)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920240" cy="3017520"/>
          </a:xfrm>
          <a:prstGeom prst="rect">
            <a:avLst/>
          </a:prstGeom>
          <a:solidFill>
            <a:srgbClr val="633806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1920240" cy="4114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09:00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F27"/>
                </a:solidFill>
              </a:rPr>
              <a:t>앱 열고 입력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3D1C7"/>
                </a:solidFill>
              </a:rPr>
              <a:t>출발지: 대구 남구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3D1C7"/>
                </a:solidFill>
              </a:rPr>
              <a:t>분위기: 여유롭게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3D1C7"/>
                </a:solidFill>
              </a:rPr>
              <a:t>코스: 반나절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2743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A7517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14600" y="1417320"/>
            <a:ext cx="1920240" cy="3017520"/>
          </a:xfrm>
          <a:prstGeom prst="rect">
            <a:avLst/>
          </a:prstGeom>
          <a:solidFill>
            <a:srgbClr val="633806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417320"/>
            <a:ext cx="1920240" cy="4114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09:01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F27"/>
                </a:solidFill>
              </a:rPr>
              <a:t>AI 코스 생성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4231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3D1C7"/>
                </a:solidFill>
              </a:rPr>
              <a:t>펫 동반 확인된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3D1C7"/>
                </a:solidFill>
              </a:rPr>
              <a:t>카페 2곳·공원 1곳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3D1C7"/>
                </a:solidFill>
              </a:rPr>
              <a:t>포함 코스 3개 제시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34840" y="2743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A7517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1417320"/>
            <a:ext cx="1920240" cy="3017520"/>
          </a:xfrm>
          <a:prstGeom prst="rect">
            <a:avLst/>
          </a:prstGeom>
          <a:solidFill>
            <a:srgbClr val="633806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417320"/>
            <a:ext cx="1920240" cy="4114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09:05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F27"/>
                </a:solidFill>
              </a:rPr>
              <a:t>드라이브 출발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4231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3D1C7"/>
                </a:solidFill>
              </a:rPr>
              <a:t>헛걸음 걱정 없이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3D1C7"/>
                </a:solidFill>
              </a:rPr>
              <a:t>감성 플리 틀고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3D1C7"/>
                </a:solidFill>
              </a:rPr>
              <a:t>초코랑 출발!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2743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A7517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12280" y="1417320"/>
            <a:ext cx="1920240" cy="3017520"/>
          </a:xfrm>
          <a:prstGeom prst="rect">
            <a:avLst/>
          </a:prstGeom>
          <a:solidFill>
            <a:srgbClr val="633806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12280" y="1417320"/>
            <a:ext cx="1920240" cy="4114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17:00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F27"/>
                </a:solidFill>
              </a:rPr>
              <a:t>여행 기록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03720" y="24231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3D1C7"/>
                </a:solidFill>
              </a:rPr>
              <a:t>사진 업로드 →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3D1C7"/>
                </a:solidFill>
              </a:rPr>
              <a:t>AI가 릴스·블로그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3D1C7"/>
                </a:solidFill>
              </a:rPr>
              <a:t>자동 완성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F9F27"/>
                </a:solidFill>
              </a:rPr>
              <a:t>"오늘 초코랑 정말 완벽한 하루였어" — 헛걸음 0건, 추억 100%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3D1C7"/>
                </a:solidFill>
              </a:rPr>
              <a:t>댕댕로드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12402"/>
                </a:solidFill>
              </a:rPr>
              <a:t>실행 계획 — 지원금 5,000만원 활용 로드맵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97480" cy="347472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2697480" cy="5029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  1~2개월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8013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12402"/>
                </a:solidFill>
              </a:rPr>
              <a:t>MVP 출시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" y="21762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예산: 500만원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" y="2542032"/>
            <a:ext cx="2468880" cy="18288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BA7517"/>
                </a:solidFill>
              </a:rPr>
              <a:t>·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780"/>
                </a:solidFill>
              </a:rPr>
              <a:t>Bubble + n8n + Claude API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780"/>
                </a:solidFill>
              </a:rPr>
              <a:t>노코드 MVP 제작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" y="3291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BA7517"/>
                </a:solidFill>
              </a:rPr>
              <a:t>·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780"/>
                </a:solidFill>
              </a:rPr>
              <a:t>베타 테스터 100명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780"/>
                </a:solidFill>
              </a:rPr>
              <a:t>반려견 오너 커뮤니티 모집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" y="3977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BA7517"/>
                </a:solidFill>
              </a:rPr>
              <a:t>·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780"/>
                </a:solidFill>
              </a:rPr>
              <a:t>대구·경북 펫프렌들리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780"/>
                </a:solidFill>
              </a:rPr>
              <a:t>장소 DB 200개 구축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188720"/>
            <a:ext cx="2697480" cy="347472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188720"/>
            <a:ext cx="2697480" cy="5029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1887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  3~5개월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0128" y="18013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12402"/>
                </a:solidFill>
              </a:rPr>
              <a:t>시장 검증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10128" y="21762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예산: 1,500만원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10128" y="2542032"/>
            <a:ext cx="2468880" cy="18288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28416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BA7517"/>
                </a:solidFill>
              </a:rPr>
              <a:t>·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780"/>
                </a:solidFill>
              </a:rPr>
              <a:t>유료 전환 목표 500명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780"/>
                </a:solidFill>
              </a:rPr>
              <a:t>MRR 495만원 달성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28416" y="3291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BA7517"/>
                </a:solidFill>
              </a:rPr>
              <a:t>·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780"/>
                </a:solidFill>
              </a:rPr>
              <a:t>펫프렌들리 업체 입점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780"/>
                </a:solidFill>
              </a:rPr>
              <a:t>50개사 계약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28416" y="3977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BA7517"/>
                </a:solidFill>
              </a:rPr>
              <a:t>·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780"/>
                </a:solidFill>
              </a:rPr>
              <a:t>실방문 인증 커뮤니티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780"/>
                </a:solidFill>
              </a:rPr>
              <a:t>운영 및 데이터 축적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0760" y="1188720"/>
            <a:ext cx="2697480" cy="347472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1188720"/>
            <a:ext cx="2697480" cy="5029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11887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  6~12개월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90488" y="18013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12402"/>
                </a:solidFill>
              </a:rPr>
              <a:t>확장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90488" y="21762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예산: 3,000만원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90488" y="2542032"/>
            <a:ext cx="2468880" cy="18288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08776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BA7517"/>
                </a:solidFill>
              </a:rPr>
              <a:t>·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780"/>
                </a:solidFill>
              </a:rPr>
              <a:t>전국 서비스 확장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780"/>
                </a:solidFill>
              </a:rPr>
              <a:t>주요 도시 코스 DB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08776" y="3291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BA7517"/>
                </a:solidFill>
              </a:rPr>
              <a:t>·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780"/>
                </a:solidFill>
              </a:rPr>
              <a:t>지자체 협력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780"/>
                </a:solidFill>
              </a:rPr>
              <a:t>대구 남구 공식 파트너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08776" y="3977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BA7517"/>
                </a:solidFill>
              </a:rPr>
              <a:t>·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780"/>
                </a:solidFill>
              </a:rPr>
              <a:t>투자 유치 준비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780"/>
                </a:solidFill>
              </a:rPr>
              <a:t>Series A 브릿지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3D1C7"/>
                </a:solidFill>
              </a:rPr>
              <a:t>댕댕로드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124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633806"/>
          </a:solidFill>
          <a:ln w="12700">
            <a:solidFill>
              <a:srgbClr val="6338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댕댕로드와 함께</a:t>
            </a:r>
            <a:endParaRPr lang="en-US" sz="3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반려견 동반 드라이브 문화를 바꿉니다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F27"/>
                </a:solidFill>
              </a:rPr>
              <a:t>요청사항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320040" cy="4114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743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3D1C7"/>
                </a:solidFill>
              </a:rPr>
              <a:t>사업화 지원금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2743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9F27"/>
                </a:solidFill>
              </a:rPr>
              <a:t>5,000만원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2743200"/>
            <a:ext cx="320040" cy="4114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2743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3D1C7"/>
                </a:solidFill>
              </a:rPr>
              <a:t>창업 오피스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9F27"/>
                </a:solidFill>
              </a:rPr>
              <a:t>1~2인실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320040" cy="4114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83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3D1C7"/>
                </a:solidFill>
              </a:rPr>
              <a:t>멘토링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3383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9F27"/>
                </a:solidFill>
              </a:rPr>
              <a:t>마케팅·투자·세무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3383280"/>
            <a:ext cx="320040" cy="4114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3383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3D1C7"/>
                </a:solidFill>
              </a:rPr>
              <a:t>글로벌 진출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3383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9F27"/>
                </a:solidFill>
              </a:rPr>
              <a:t>해외 펫 박람회 참가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4160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AEEDA"/>
                </a:solidFill>
              </a:rPr>
              <a:t>강아지랑 드라이브, 이제 헛걸음 없이  —  댕댕로드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댕댕로드 IR</dc:title>
  <dc:subject>PptxGenJS Presentation</dc:subject>
  <dc:creator>PptxGenJS</dc:creator>
  <cp:lastModifiedBy>PptxGenJS</cp:lastModifiedBy>
  <cp:revision>1</cp:revision>
  <dcterms:created xsi:type="dcterms:W3CDTF">2026-03-15T06:17:40Z</dcterms:created>
  <dcterms:modified xsi:type="dcterms:W3CDTF">2026-03-15T06:17:40Z</dcterms:modified>
</cp:coreProperties>
</file>